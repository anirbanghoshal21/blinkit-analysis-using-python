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6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995" y="9396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310" y="9396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905" y="-11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1793</Words>
  <Application>WPS Presentation</Application>
  <PresentationFormat>Widescreen</PresentationFormat>
  <Paragraphs>48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Segoe UI Black</vt:lpstr>
      <vt:lpstr>Arial Rounded MT Bold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anirban ghoshal</cp:lastModifiedBy>
  <cp:revision>16</cp:revision>
  <dcterms:created xsi:type="dcterms:W3CDTF">2024-06-24T12:27:00Z</dcterms:created>
  <dcterms:modified xsi:type="dcterms:W3CDTF">2026-04-01T14:35:06Z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DFCBDB26DBD94327AAD5A2E4192C5AD5_12</vt:lpwstr>
  </property>
  <property fmtid="{D5CDD505-2E9C-101B-9397-08002B2CF9AE}" pid="3" name="KSOProductBuildVer">
    <vt:lpwstr>1033-12.1.0.25242</vt:lpwstr>
  </property>
</Properties>
</file>